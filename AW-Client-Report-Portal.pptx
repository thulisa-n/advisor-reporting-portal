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22960"/>
            <a:ext cx="1097280" cy="10972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 Client Report Portal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SACS &amp; TCC financial reports for high-net-worth clients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988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Thulisa Nikani  |  AI Automation Engineer Assessment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financial advisors deal with every quarter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94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146304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per client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copying balances into spreadsheets, then reformatting for each client report.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794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108960"/>
            <a:ext cx="146304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46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data entry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static client details re-entered every single quarter with no shared profile.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3794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14630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calculation errors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and TCC numbers computed by hand — one wrong cell invalidates the whole report.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794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108960"/>
            <a:ext cx="146304" cy="1600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246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advisor keeps their own template version — reports look different client to client.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portal that eliminates all four pain points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11680" y="1572768"/>
            <a:ext cx="457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18872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7373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331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Client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94436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once, reuse every quarter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338328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DOBs, accounts, liabilities, monthly cash flows — all saved.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572768"/>
            <a:ext cx="457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18872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2240280"/>
            <a:ext cx="17373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16352" y="2331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Q. Balances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16352" y="294436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with last-value copy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16352" y="338328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'Use Last Values' and only update what changed.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572768"/>
            <a:ext cx="457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18872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40280"/>
            <a:ext cx="17373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2331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294436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flows &amp; TCC net worth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38328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update in real time as you type — no formulas needed.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118872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949440" y="2240280"/>
            <a:ext cx="17373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22592" y="23317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22592" y="294436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reports in one click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22592" y="338328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and TCC generated client-side, zero server latency.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maintainable, zero-boilerplate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4068" y="1325880"/>
            <a:ext cx="1828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068" y="1325880"/>
            <a:ext cx="18288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9788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2084" y="192024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React 19 + TypeScript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2084" y="25420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Vite (instant HMR)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Tailwind CSS v4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" y="378561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Zustand state mgmt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19756" y="1325880"/>
            <a:ext cx="1828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9756" y="1325880"/>
            <a:ext cx="18288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5476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7772" y="192024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jsPDF (client-side)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7772" y="25420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Visual SACS circles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7772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Visual TCC bubbles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7772" y="378561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server required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95444" y="1325880"/>
            <a:ext cx="1828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5444" y="1325880"/>
            <a:ext cx="18288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1164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3460" y="192024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Vercel Serverless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3460" y="25420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Vercel Postgres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3460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@vercel/postgres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3460" y="378561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JSONB flexible schema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71132" y="1325880"/>
            <a:ext cx="1828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71132" y="1325880"/>
            <a:ext cx="1828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6852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99148" y="192024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Vitest unit tests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9148" y="25420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TypeScript strict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9148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Required field validation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99148" y="378561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demo clients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Dual-mode: localStorage today, Postgres tomorrow — one import swap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265176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Zustand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 profile forms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386584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Quarterly balance entry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834640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Real-time calculations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282696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 preview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73075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jsPDF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4178808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localStorage persist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3017520"/>
            <a:ext cx="164592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280160"/>
            <a:ext cx="2651760" cy="5120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2801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serverless fns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6432" y="1938528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/api/clients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6432" y="2386584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 /api/clients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2834640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DELETE /api/clients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3282696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56432" y="373075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 /api/reports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3017520"/>
            <a:ext cx="164592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280160"/>
            <a:ext cx="26517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280160"/>
            <a:ext cx="2651760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2801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Storage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1938528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clients (id, data JSONB)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2386584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reports (id, clientId, data)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82512" y="2834640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FK cascade on delete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3282696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Index on client_id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live: change one import in App.tsx  —  usePortalStore from useApiStore  —  done.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financial advisor needs — nothing they don't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0060" y="132588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" y="1325880"/>
            <a:ext cx="137160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" y="146304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6092" y="1856232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clients listed with last report date, age, and one-click Edit / Generate / History / Delete.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32588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8980" y="1325880"/>
            <a:ext cx="13716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5012" y="146304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Calculations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5012" y="1856232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+ TCC numbers update as you type. Inline validation flags any missing required fields.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7900" y="132588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7900" y="1325880"/>
            <a:ext cx="137160" cy="1600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3932" y="146304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PDF Reports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3932" y="1856232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SACS: coloured circles with flow arrows. TCC: account bubbles + net worth banner. Client-side, instant.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" y="3108960"/>
            <a:ext cx="13716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" y="324612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" y="3639312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report stored. Re-download SACS or TCC PDFs for any past quarter at any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898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8980" y="3108960"/>
            <a:ext cx="137160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5012" y="324612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Revert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5012" y="3639312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30-step undo and Revert-to-Saved on both profile and quarterly entry forms.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790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7900" y="3108960"/>
            <a:ext cx="137160" cy="1600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3932" y="3246120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13932" y="3639312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in sidebar. Preference persisted to localStorage. System default respected on first visit.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PDFs generated client-side — no server, no latency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37490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3749040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 —  Simple Automated Cash Flow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476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circle      Monthly income (green)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78024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45973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Outflow circle     Monthly expenses (red)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990088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circle     Excess + balance (blue)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50215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48386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arrows        Labelled connecting 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014216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9959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       ON TRACK / BELOW TARGET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1280160"/>
            <a:ext cx="37490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1280160"/>
            <a:ext cx="3749040" cy="5120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2801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 —  Total Client Chart (Net Worth)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66360" y="1965960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19476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        Per-account bubbles, C1 + C2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2478024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8968" y="245973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Non-Retirement     Brokerage, joint, savings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299008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58968" y="29718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            Zillow value + address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350215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8968" y="348386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       Separate — not subtracted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4014216"/>
            <a:ext cx="182880" cy="1828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58968" y="39959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       Dark footer = net worth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Rules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PRD-exact formulas — enforced in code and verified with Vitest unit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6459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8988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— Cash 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7393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to Private Reserve  =  Monthly Inflow - Monthly Expenses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2082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Reserve Target     =  (6 x Monthly Expenses) + Insurance Deductibles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               =  ON TRACK if Reserve &gt;= Target, else BELOW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816352"/>
            <a:ext cx="164592" cy="1828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0779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— Net Worth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 Retirement Total  =  sum of all Client 1 retirement account balances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 Retirement Total  =  sum of all Client 2 retirement account balances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78561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Non-Retirement Total       =  brokerage + joint + savings  (trust is excluded)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03250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                 =  C1 + C2 + Non-Retirement + Trust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27939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               =  shown separately — NOT subtracted from net worth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zero to polished PDF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12064" cy="51206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2893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demo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"Load demo data" in the sidebar — 5 realistic client profiles and Q1 2026 reports appear instantly.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512064" cy="51206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482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cards show names, ages, spouse info, last report date, and direct action buttons.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816352"/>
            <a:ext cx="512064" cy="51206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16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8072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Report History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11810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client, click History. Every saved quarter is listed with net worth and PDF download buttons.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75304"/>
            <a:ext cx="512064" cy="51206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75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quarterly entry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87705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balance — report preview metrics update in real time. Save to generate the new report.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334256"/>
            <a:ext cx="512064" cy="51206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334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3251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SACS + TCC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PDFs generated client-side in under a second — visual circles, account bubbles, branded banner.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path — prioritised by advisor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64592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—  Ship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Wire useApiStore to Vercel Postgres (swap one import in App.tsx)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95681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authentication via Clerk or Auth0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Multi-advisor firm access with role separation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32888"/>
            <a:ext cx="164592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24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—  Next sprint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99008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Canva API export for fully branded client presentations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19125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Dropbox / Google Drive sync for automatic PDF archiving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39242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Quarter-over-quarter net worth comparison chart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67328"/>
            <a:ext cx="164592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—  Future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24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delivery of reports directly to clients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42569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Advisor activity analytics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62686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Mobile-responsive layout for tablet use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reduce advisor time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to seconds.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3657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Thulisa Nikani  |  thulisa.nikani@rethinkit.co.za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advisor-reporting-portal.vercel.app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 Client Report Portal</dc:title>
  <dc:subject>PptxGenJS Presentation</dc:subject>
  <dc:creator>Thulisa Nikani</dc:creator>
  <cp:lastModifiedBy>Thulisa Nikani</cp:lastModifiedBy>
  <cp:revision>1</cp:revision>
  <dcterms:created xsi:type="dcterms:W3CDTF">2026-06-12T15:15:37Z</dcterms:created>
  <dcterms:modified xsi:type="dcterms:W3CDTF">2026-06-12T15:15:37Z</dcterms:modified>
</cp:coreProperties>
</file>